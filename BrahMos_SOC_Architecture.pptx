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BrahMos Enterprise SOC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7-Layer Artificial Intelligence Architecture</a:t>
            </a:r>
          </a:p>
          <a:p>
            <a:r>
              <a:t>Automated Cyber-Defense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Packet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a packet is intercepted and analyzed natively:</a:t>
            </a:r>
          </a:p>
          <a:p>
            <a:pPr lvl="1"/>
            <a:r>
              <a:t>1. Interception: Edge firewalls/Windows local logs emit raw syslog data.</a:t>
            </a:r>
          </a:p>
          <a:p>
            <a:pPr lvl="1"/>
            <a:r>
              <a:t>2. Routing: Data enters the FastAPI backend and is stored into ACID-compliant MySQL.</a:t>
            </a:r>
          </a:p>
          <a:p>
            <a:pPr lvl="1"/>
            <a:r>
              <a:t>3. Embeddings: High severity alerts are embedded mathematically and pushed to Qdrant Vector Cloud.</a:t>
            </a:r>
          </a:p>
          <a:p>
            <a:pPr lvl="1"/>
            <a:r>
              <a:t>4. Analytics: Frontend React application polls the MySQL layers dynamically to draw Area and Pie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1 &amp; Layer 2: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1: Infrastructure (Network Hardware/Virtual)</a:t>
            </a:r>
          </a:p>
          <a:p>
            <a:pPr lvl="1"/>
            <a:r>
              <a:t>Tools: Kubernetes, dZ GaaS, Fortigate Firewalls</a:t>
            </a:r>
          </a:p>
          <a:p>
            <a:pPr lvl="1"/>
            <a:r>
              <a:t>Action: Raw port scanning and block/allow network traffic routing definitions occur at this physical gateway.</a:t>
            </a:r>
          </a:p>
          <a:p>
            <a:r>
              <a:t>Layer 2: Data Platform (Ingestion)</a:t>
            </a:r>
          </a:p>
          <a:p>
            <a:pPr lvl="1"/>
            <a:r>
              <a:t>Tools: Apache NiFi / Atlas, MySQL, FastAPI</a:t>
            </a:r>
          </a:p>
          <a:p>
            <a:pPr lvl="1"/>
            <a:r>
              <a:t>Action: Serves as the primary REST entry-point. Safely validates incoming packets and stores critical metadata into a local relational database for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3 &amp; Layer 6: Semantics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3: Knowledge Base (Semantic Memory)</a:t>
            </a:r>
          </a:p>
          <a:p>
            <a:pPr lvl="1"/>
            <a:r>
              <a:t>Tools: Qdrant Vector Database</a:t>
            </a:r>
          </a:p>
          <a:p>
            <a:pPr lvl="1"/>
            <a:r>
              <a:t>Action: Converts standard log text into N-Dimensional arrays, providing a 'Brain' for the AI to dynamically compare if a new threat looks similar to an old one.</a:t>
            </a:r>
          </a:p>
          <a:p>
            <a:r>
              <a:t>Layer 6: Orchestration (Automated Defense)</a:t>
            </a:r>
          </a:p>
          <a:p>
            <a:pPr lvl="1"/>
            <a:r>
              <a:t>Tools: n8n Automation Engine</a:t>
            </a:r>
          </a:p>
          <a:p>
            <a:pPr lvl="1"/>
            <a:r>
              <a:t>Action: Can be triggered programmatically to webhook Discord/Slack channels, block Firewall IPs, or alert Incident response nodes externally.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4/5 &amp; Layer 7: Agents &amp;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4/5: AI Matrix (Intelligence)</a:t>
            </a:r>
          </a:p>
          <a:p>
            <a:pPr lvl="1"/>
            <a:r>
              <a:t>Tools: Mistral / Google Gemini / CrewAI</a:t>
            </a:r>
          </a:p>
          <a:p>
            <a:pPr lvl="1"/>
            <a:r>
              <a:t>Action: Directly parses the analyst's normal English chat inquiries, fetches specific data scopes from MySQL, and synthesizes Threat Analytics into a final PDF.</a:t>
            </a:r>
          </a:p>
          <a:p>
            <a:r>
              <a:t>Layer 7: Agent Web (Unified Visual Plane)</a:t>
            </a:r>
          </a:p>
          <a:p>
            <a:pPr lvl="1"/>
            <a:r>
              <a:t>Tools: React, TailwindCSS, Recharts</a:t>
            </a:r>
          </a:p>
          <a:p>
            <a:pPr lvl="1"/>
            <a:r>
              <a:t>Action: The Dashboard surface. Actively polls telemetry, populates dynamic statistics grids, handles User Administration, and offers direct LLM interactions.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Interface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properly connected, the UI intelligently displays:</a:t>
            </a:r>
          </a:p>
          <a:p>
            <a:pPr lvl="1"/>
            <a:r>
              <a:t>Traffic Real-Time Flow: Interactive AreaChart updating every 2 seconds with aggregated packet drops by severity.</a:t>
            </a:r>
          </a:p>
          <a:p>
            <a:pPr lvl="1"/>
            <a:r>
              <a:t>Bot Interactions: The secure chat interface permits on-the-fly 'Give me a report for last 10 minutes' directives returning custom URLs to dynamically crafted Executive PDFs.</a:t>
            </a:r>
          </a:p>
          <a:p>
            <a:pPr lvl="1"/>
            <a:r>
              <a:t>Zero-Trust Settings: The administrator gear natively permits Dynamic Theming (Light/Dark mode) alongside Local Administration credentials.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